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18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70" d="100"/>
          <a:sy n="70" d="100"/>
        </p:scale>
        <p:origin x="27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7CF2CC-D163-4D11-812C-2AF70093B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1AABB49-57F3-EB1A-E419-21BEA4CA6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A66B96-75C3-3DC1-0604-844CD7AE7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DAAEBE-DC51-E36E-186C-9D852618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1F1015-F8C3-EEAD-13F6-AC56A77C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957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B03587-95E6-212D-40CE-D4059EF43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FBF63F-4BF4-94CC-394D-272D35615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72209D-BB4E-FCEA-EFFF-8FF6BAB73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87990C-3AA0-266C-B27E-A1DC8306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CF91A4-2362-30B1-968C-CAFAD1F45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9837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0481F-88C5-8ED3-6624-7B435CD97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1013F5-AA88-BE91-C483-2E3E1B7B8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1DB10C-F1D8-A59C-42F6-E3F5C909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8C714A-CF08-47CD-BFDD-B1C228925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8B929D-1FAF-5788-516E-2F531E0C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21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7F1F43-CD81-BBE3-EA53-B56E32F1E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C13484-B6F7-2E1D-0295-3A4130C97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7502BD3-2936-CE33-742A-657D51689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FC2A2B-936F-AF4A-467B-B2A004EF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76EA86-DF5F-81CF-C762-E29311EA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5EA0E9F-52F7-E1D3-6443-5C22C69DC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4748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E63F2A-E55C-DE39-1A82-C121683C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3E2EE9-B636-6F3E-A628-FB9A9821D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96C352-8C8E-C0FF-0B8E-9E18B1BD2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CCFC90-FF95-0B12-180D-DE2645A4E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DD1735E-9D88-970A-A7B4-C9B4A14FD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DD89F05-BDC1-D736-AA3D-397FDAC3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39F2256-0E69-14F5-0DFE-7A6309AB5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886A6F-9404-B97A-D27E-1D17818C0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345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2E121-FAF8-49B1-33B5-556B5C668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382AC1-ACDB-D1A7-9F1A-80B42898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8892494-1C1A-02CC-0D3B-8509204F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2913508-E8BC-DEBA-F8BD-0CB7E241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297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7ACCA6F-4EDB-9B5D-E299-6568D30B8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CB759FE-57BD-F6CA-A8C8-0852ADE1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22CC9C-9432-B3FE-061F-90984EAE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431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D22023-9F82-AC0F-6ACC-CF2D1F47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F69973-062F-1A5D-4F15-58BED4B89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881B99-2A62-5E5B-17C2-D23EF4F80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42AB81-AE55-3C5C-4DA8-3D5154C2A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F7673A9-AC9A-9766-C8FC-56DDBDEDD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EA4E5D-9F3F-5B8D-8FFA-5681EEBED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09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72172F-3C0E-15BD-912C-D991C5CF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4AC592A-F955-BE74-86E5-4DB64F8B4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9E6CBC-F8FA-A6EE-6F69-0708CD635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600C25-055D-76C2-2D3F-B61A3448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B65E1B-3EB1-1F05-B3D1-6B247F99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82572E-C324-B3EA-2B14-1A40455C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81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A9CD6-F366-A20B-859A-4E280111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38A075F-4AF2-B337-36ED-88A10332D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167B7A-3598-FC04-F196-05794306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36A61B-7A55-9608-5962-C2E349E15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ACB0ED-39FE-A1F1-385A-18AAF0EC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61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50FF868-56B6-65EE-B548-1AD018C6F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F88E84-839D-8A77-19EB-90722CE5A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66DB5B-6731-6AD8-02D2-3742EC3B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648E2A-3CD5-668D-0C00-3E9AE44B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76F64F-54A2-5AB0-1428-4E3CAB3E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18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87A3310-D0BD-392A-4BD8-54F2B480C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545D81-1A41-86E4-B48E-63EEC7A91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9A7883-3BBC-0F1A-3D88-EA4C00E2B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364F8-D65B-4638-BD6B-4547F9CBB018}" type="datetimeFigureOut">
              <a:rPr lang="de-DE" smtClean="0"/>
              <a:t>01.05.2026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2157A6-8293-BB91-AAE1-99927F73E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B982E4-A584-EC9A-F425-2029B61E9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DF0BF-575E-4D2D-A642-394E2FB487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211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CFCE0A1-8549-F6D3-DD9C-0046F9F2D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865" y="0"/>
            <a:ext cx="3548270" cy="6858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8A30A05-D9A2-E0B3-BA90-8685905B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41" r="50000" b="11372"/>
          <a:stretch>
            <a:fillRect/>
          </a:stretch>
        </p:blipFill>
        <p:spPr>
          <a:xfrm>
            <a:off x="1344705" y="878321"/>
            <a:ext cx="9502588" cy="50740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EDD834B2-77B9-51DF-20D8-FF2FE2442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736" t="29543" r="14629" b="29804"/>
          <a:stretch>
            <a:fillRect/>
          </a:stretch>
        </p:blipFill>
        <p:spPr>
          <a:xfrm>
            <a:off x="5446058" y="2034988"/>
            <a:ext cx="1299883" cy="2788023"/>
          </a:xfrm>
          <a:prstGeom prst="rect">
            <a:avLst/>
          </a:prstGeom>
        </p:spPr>
      </p:pic>
      <p:sp>
        <p:nvSpPr>
          <p:cNvPr id="8" name="Trapezoid 7">
            <a:extLst>
              <a:ext uri="{FF2B5EF4-FFF2-40B4-BE49-F238E27FC236}">
                <a16:creationId xmlns:a16="http://schemas.microsoft.com/office/drawing/2014/main" id="{19071903-01E1-1C59-D84E-84BCB678FAEB}"/>
              </a:ext>
            </a:extLst>
          </p:cNvPr>
          <p:cNvSpPr/>
          <p:nvPr/>
        </p:nvSpPr>
        <p:spPr>
          <a:xfrm rot="16200000">
            <a:off x="3485588" y="2981976"/>
            <a:ext cx="2103807" cy="894046"/>
          </a:xfrm>
          <a:prstGeom prst="trapezoid">
            <a:avLst>
              <a:gd name="adj" fmla="val 13893"/>
            </a:avLst>
          </a:prstGeom>
          <a:solidFill>
            <a:srgbClr val="F3D1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rapezoid 8">
            <a:extLst>
              <a:ext uri="{FF2B5EF4-FFF2-40B4-BE49-F238E27FC236}">
                <a16:creationId xmlns:a16="http://schemas.microsoft.com/office/drawing/2014/main" id="{9ED74EC1-75DD-4236-D950-D77A77CCC892}"/>
              </a:ext>
            </a:extLst>
          </p:cNvPr>
          <p:cNvSpPr/>
          <p:nvPr/>
        </p:nvSpPr>
        <p:spPr>
          <a:xfrm rot="16200000">
            <a:off x="2028821" y="2981975"/>
            <a:ext cx="2103807" cy="894046"/>
          </a:xfrm>
          <a:prstGeom prst="trapezoid">
            <a:avLst>
              <a:gd name="adj" fmla="val 13893"/>
            </a:avLst>
          </a:prstGeom>
          <a:solidFill>
            <a:srgbClr val="F3D1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59E256C7-87B8-7516-C843-C0FABBC6A286}"/>
              </a:ext>
            </a:extLst>
          </p:cNvPr>
          <p:cNvSpPr/>
          <p:nvPr/>
        </p:nvSpPr>
        <p:spPr>
          <a:xfrm rot="16200000">
            <a:off x="560534" y="2981974"/>
            <a:ext cx="2103807" cy="894046"/>
          </a:xfrm>
          <a:prstGeom prst="trapezoid">
            <a:avLst>
              <a:gd name="adj" fmla="val 13893"/>
            </a:avLst>
          </a:prstGeom>
          <a:solidFill>
            <a:srgbClr val="F3D1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F2B1C9E-3C47-055C-133D-0051C521FC4B}"/>
              </a:ext>
            </a:extLst>
          </p:cNvPr>
          <p:cNvSpPr txBox="1"/>
          <p:nvPr/>
        </p:nvSpPr>
        <p:spPr>
          <a:xfrm>
            <a:off x="9895226" y="3009055"/>
            <a:ext cx="1159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Coolify</a:t>
            </a:r>
            <a:endParaRPr lang="de-DE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CA68F71-AEC9-CACE-64D2-4DFC62EAE17F}"/>
              </a:ext>
            </a:extLst>
          </p:cNvPr>
          <p:cNvSpPr txBox="1"/>
          <p:nvPr/>
        </p:nvSpPr>
        <p:spPr>
          <a:xfrm>
            <a:off x="9890749" y="3312522"/>
            <a:ext cx="118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Docker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9D66931-B5CD-26D5-2F9F-DD515DBB8BB0}"/>
              </a:ext>
            </a:extLst>
          </p:cNvPr>
          <p:cNvSpPr txBox="1"/>
          <p:nvPr/>
        </p:nvSpPr>
        <p:spPr>
          <a:xfrm>
            <a:off x="9932716" y="2738384"/>
            <a:ext cx="100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Node JS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95D885A-2293-F19E-8396-FB024DF1EC8F}"/>
              </a:ext>
            </a:extLst>
          </p:cNvPr>
          <p:cNvSpPr txBox="1"/>
          <p:nvPr/>
        </p:nvSpPr>
        <p:spPr>
          <a:xfrm>
            <a:off x="1165414" y="2000678"/>
            <a:ext cx="7975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Idee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A2687793-4FC1-2CBD-E8D8-DC641C11157A}"/>
              </a:ext>
            </a:extLst>
          </p:cNvPr>
          <p:cNvSpPr txBox="1"/>
          <p:nvPr/>
        </p:nvSpPr>
        <p:spPr>
          <a:xfrm>
            <a:off x="961048" y="4570869"/>
            <a:ext cx="13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2:22 h</a:t>
            </a:r>
          </a:p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23.000 Tokens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B51BE1EA-7984-3B52-61E4-7C95EEA2D252}"/>
              </a:ext>
            </a:extLst>
          </p:cNvPr>
          <p:cNvSpPr txBox="1"/>
          <p:nvPr/>
        </p:nvSpPr>
        <p:spPr>
          <a:xfrm>
            <a:off x="2456991" y="4561401"/>
            <a:ext cx="13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0:16 h</a:t>
            </a:r>
          </a:p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8.000 Tokens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7C6A7DD-11EA-9A93-8F3F-8320E15B882F}"/>
              </a:ext>
            </a:extLst>
          </p:cNvPr>
          <p:cNvSpPr txBox="1"/>
          <p:nvPr/>
        </p:nvSpPr>
        <p:spPr>
          <a:xfrm>
            <a:off x="2485232" y="2000678"/>
            <a:ext cx="1246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Erster Prototyp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68E836E6-ABF2-7E73-E3DE-8654CABD3760}"/>
              </a:ext>
            </a:extLst>
          </p:cNvPr>
          <p:cNvSpPr txBox="1"/>
          <p:nvPr/>
        </p:nvSpPr>
        <p:spPr>
          <a:xfrm>
            <a:off x="3824697" y="1908344"/>
            <a:ext cx="1442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Verfeinerung und Fehlerbehebung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7661648-A15E-49A2-C135-8CC75218AB00}"/>
              </a:ext>
            </a:extLst>
          </p:cNvPr>
          <p:cNvSpPr txBox="1"/>
          <p:nvPr/>
        </p:nvSpPr>
        <p:spPr>
          <a:xfrm>
            <a:off x="3833995" y="4570869"/>
            <a:ext cx="13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4:28 h</a:t>
            </a:r>
          </a:p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86.000 Tokens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33C8B0AC-BAEB-FC96-C768-DABD76FE2B3D}"/>
              </a:ext>
            </a:extLst>
          </p:cNvPr>
          <p:cNvSpPr txBox="1"/>
          <p:nvPr/>
        </p:nvSpPr>
        <p:spPr>
          <a:xfrm>
            <a:off x="8423874" y="4116029"/>
            <a:ext cx="13027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4:28 h</a:t>
            </a:r>
          </a:p>
          <a:p>
            <a:pPr algn="ctr"/>
            <a:r>
              <a:rPr lang="de-DE" sz="1400" dirty="0">
                <a:solidFill>
                  <a:schemeClr val="bg2">
                    <a:lumMod val="50000"/>
                  </a:schemeClr>
                </a:solidFill>
              </a:rPr>
              <a:t>34.000 Tokens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88A98BCC-A20D-7F19-81BD-72E5A4DE5FC8}"/>
              </a:ext>
            </a:extLst>
          </p:cNvPr>
          <p:cNvSpPr txBox="1"/>
          <p:nvPr/>
        </p:nvSpPr>
        <p:spPr>
          <a:xfrm>
            <a:off x="8637679" y="2419059"/>
            <a:ext cx="14420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 err="1"/>
              <a:t>Deployment</a:t>
            </a:r>
            <a:endParaRPr lang="de-DE" sz="1200" dirty="0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C6A760B-2CAA-8B67-E085-B02A3891B7C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6745941" y="3428997"/>
            <a:ext cx="1497409" cy="3"/>
          </a:xfrm>
          <a:prstGeom prst="line">
            <a:avLst/>
          </a:prstGeom>
          <a:ln w="57150">
            <a:solidFill>
              <a:schemeClr val="bg2">
                <a:lumMod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Würfel 37">
            <a:extLst>
              <a:ext uri="{FF2B5EF4-FFF2-40B4-BE49-F238E27FC236}">
                <a16:creationId xmlns:a16="http://schemas.microsoft.com/office/drawing/2014/main" id="{059D8BBC-BBD8-6F8E-3FFE-517BEEB8C577}"/>
              </a:ext>
            </a:extLst>
          </p:cNvPr>
          <p:cNvSpPr/>
          <p:nvPr/>
        </p:nvSpPr>
        <p:spPr>
          <a:xfrm>
            <a:off x="8432232" y="3398838"/>
            <a:ext cx="1438745" cy="565186"/>
          </a:xfrm>
          <a:prstGeom prst="cube">
            <a:avLst>
              <a:gd name="adj" fmla="val 63737"/>
            </a:avLst>
          </a:prstGeom>
          <a:solidFill>
            <a:srgbClr val="F3D1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Würfel 38">
            <a:extLst>
              <a:ext uri="{FF2B5EF4-FFF2-40B4-BE49-F238E27FC236}">
                <a16:creationId xmlns:a16="http://schemas.microsoft.com/office/drawing/2014/main" id="{438FF155-2BF0-1FC7-E290-18E2AB4E8D05}"/>
              </a:ext>
            </a:extLst>
          </p:cNvPr>
          <p:cNvSpPr/>
          <p:nvPr/>
        </p:nvSpPr>
        <p:spPr>
          <a:xfrm>
            <a:off x="8432231" y="3107716"/>
            <a:ext cx="1438745" cy="565186"/>
          </a:xfrm>
          <a:prstGeom prst="cube">
            <a:avLst>
              <a:gd name="adj" fmla="val 63737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Würfel 39">
            <a:extLst>
              <a:ext uri="{FF2B5EF4-FFF2-40B4-BE49-F238E27FC236}">
                <a16:creationId xmlns:a16="http://schemas.microsoft.com/office/drawing/2014/main" id="{51D4851F-ECF7-821D-2017-DD6F51FBD350}"/>
              </a:ext>
            </a:extLst>
          </p:cNvPr>
          <p:cNvSpPr/>
          <p:nvPr/>
        </p:nvSpPr>
        <p:spPr>
          <a:xfrm>
            <a:off x="8432230" y="2818292"/>
            <a:ext cx="1438745" cy="565186"/>
          </a:xfrm>
          <a:prstGeom prst="cube">
            <a:avLst>
              <a:gd name="adj" fmla="val 63737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A58A5ED2-FC0C-9C20-A5BC-F70480D5FB4A}"/>
              </a:ext>
            </a:extLst>
          </p:cNvPr>
          <p:cNvCxnSpPr/>
          <p:nvPr/>
        </p:nvCxnSpPr>
        <p:spPr>
          <a:xfrm>
            <a:off x="9867251" y="3606800"/>
            <a:ext cx="97756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D13EF336-17D5-2DCD-07EA-5C51D538A2CE}"/>
              </a:ext>
            </a:extLst>
          </p:cNvPr>
          <p:cNvCxnSpPr/>
          <p:nvPr/>
        </p:nvCxnSpPr>
        <p:spPr>
          <a:xfrm>
            <a:off x="9867251" y="3314186"/>
            <a:ext cx="97756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BE3A8887-9994-AAFE-1CF1-62C073A63F8A}"/>
              </a:ext>
            </a:extLst>
          </p:cNvPr>
          <p:cNvCxnSpPr/>
          <p:nvPr/>
        </p:nvCxnSpPr>
        <p:spPr>
          <a:xfrm>
            <a:off x="9859337" y="3032125"/>
            <a:ext cx="97756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Würfel 46">
            <a:extLst>
              <a:ext uri="{FF2B5EF4-FFF2-40B4-BE49-F238E27FC236}">
                <a16:creationId xmlns:a16="http://schemas.microsoft.com/office/drawing/2014/main" id="{B54377C9-751F-4199-69F2-EC07D8CA5F47}"/>
              </a:ext>
            </a:extLst>
          </p:cNvPr>
          <p:cNvSpPr>
            <a:spLocks/>
          </p:cNvSpPr>
          <p:nvPr/>
        </p:nvSpPr>
        <p:spPr>
          <a:xfrm>
            <a:off x="8331678" y="2738384"/>
            <a:ext cx="1666398" cy="1299579"/>
          </a:xfrm>
          <a:prstGeom prst="cube">
            <a:avLst>
              <a:gd name="adj" fmla="val 30490"/>
            </a:avLst>
          </a:prstGeom>
          <a:solidFill>
            <a:srgbClr val="FFC000">
              <a:alpha val="1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761A73E-3459-08DC-D162-6BF5936CE738}"/>
              </a:ext>
            </a:extLst>
          </p:cNvPr>
          <p:cNvCxnSpPr>
            <a:cxnSpLocks/>
          </p:cNvCxnSpPr>
          <p:nvPr/>
        </p:nvCxnSpPr>
        <p:spPr>
          <a:xfrm>
            <a:off x="9598342" y="4037963"/>
            <a:ext cx="1280329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E769D217-6229-51AF-9C72-FEA390A6542D}"/>
              </a:ext>
            </a:extLst>
          </p:cNvPr>
          <p:cNvSpPr txBox="1"/>
          <p:nvPr/>
        </p:nvSpPr>
        <p:spPr>
          <a:xfrm>
            <a:off x="9662777" y="3745450"/>
            <a:ext cx="13264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dirty="0" err="1"/>
              <a:t>Strato</a:t>
            </a:r>
            <a:r>
              <a:rPr lang="de-DE" dirty="0"/>
              <a:t> VPS</a:t>
            </a:r>
          </a:p>
        </p:txBody>
      </p:sp>
    </p:spTree>
    <p:extLst>
      <p:ext uri="{BB962C8B-B14F-4D97-AF65-F5344CB8AC3E}">
        <p14:creationId xmlns:p14="http://schemas.microsoft.com/office/powerpoint/2010/main" val="404902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Breitbild</PresentationFormat>
  <Paragraphs>16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K</dc:creator>
  <cp:lastModifiedBy>Jan K</cp:lastModifiedBy>
  <cp:revision>2</cp:revision>
  <dcterms:created xsi:type="dcterms:W3CDTF">2026-05-01T07:44:47Z</dcterms:created>
  <dcterms:modified xsi:type="dcterms:W3CDTF">2026-05-04T22:27:26Z</dcterms:modified>
</cp:coreProperties>
</file>